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首件檢驗作業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量測特性：外徑 OD-42.00 mm</a:t>
            </a:r>
          </a:p>
          <a:p>
            <a:r>
              <a:t>允收範圍：41.98–42.02 mm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異常隔離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超差時標記 NCR-STOP，禁止混入合格品。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